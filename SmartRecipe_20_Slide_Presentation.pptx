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SmartRecipe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Ingredient‑Driven Cooking Engine</a:t>
            </a:r>
          </a:p>
          <a:p>
            <a:r>
              <a:t>MSc Computer Science Final Year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Cooking decisions are often difficult when only limited ingredients are available.</a:t>
            </a:r>
          </a:p>
          <a:p>
            <a:r>
              <a:t>Users frequently face uncertainty about what meals can be prepared using current kitchen inventory.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recipe applications require users to search for specific dishes.</a:t>
            </a:r>
          </a:p>
          <a:p>
            <a:r>
              <a:t>They do not optimize recipes based on available ingredients.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Generate recipes from available ingredients</a:t>
            </a:r>
          </a:p>
          <a:p>
            <a:r>
              <a:t>• Reduce food waste</a:t>
            </a:r>
          </a:p>
          <a:p>
            <a:r>
              <a:t>• Provide nutritional insights</a:t>
            </a:r>
          </a:p>
          <a:p>
            <a:r>
              <a:t>• Demonstrate AI-based recommendation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SmartRecipe analyzes available ingredients and generates suitable recipes using compatibility models and recommendation algorithms.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Ingredient analysis</a:t>
            </a:r>
          </a:p>
          <a:p>
            <a:r>
              <a:t>Recipe recommendation</a:t>
            </a:r>
          </a:p>
          <a:p>
            <a:r>
              <a:t>Nutritional estimation</a:t>
            </a:r>
          </a:p>
          <a:p>
            <a:r>
              <a:t>Shopping list generation</a:t>
            </a:r>
          </a:p>
          <a:p>
            <a:r>
              <a:t>Dietary filters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Input Layer</a:t>
            </a:r>
          </a:p>
          <a:p>
            <a:r>
              <a:t>(Ingredients / Images)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2860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Processing Layer</a:t>
            </a:r>
          </a:p>
          <a:p>
            <a:r>
              <a:t>(Data Cleaning)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22860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Layer</a:t>
            </a:r>
          </a:p>
          <a:p>
            <a:r>
              <a:t>(Recommendation Engine)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22860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Dashboard</a:t>
            </a:r>
          </a:p>
          <a:p>
            <a:r>
              <a:t>(Streamlit UI)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Ingredient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Compatibility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Recipe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Dashboard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Streamlit</a:t>
            </a:r>
          </a:p>
          <a:p>
            <a:r>
              <a:t>Pandas</a:t>
            </a:r>
          </a:p>
          <a:p>
            <a:r>
              <a:t>NumPy</a:t>
            </a:r>
          </a:p>
          <a:p>
            <a:r>
              <a:t>Scikit‑learn</a:t>
            </a:r>
          </a:p>
          <a:p>
            <a:r>
              <a:t>OpenCV</a:t>
            </a:r>
          </a:p>
          <a:p>
            <a:r>
              <a:t>SQLite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Ingredient Dataset</a:t>
            </a:r>
          </a:p>
          <a:p>
            <a:r>
              <a:t>Recipe Template Dataset</a:t>
            </a:r>
          </a:p>
          <a:p>
            <a:r>
              <a:t>Nutrition Dataset</a:t>
            </a:r>
          </a:p>
          <a:p>
            <a:r>
              <a:t>Flavor Compatibility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Ingredient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ingredient name, category, flavor profile and cuisine mapping used for compatibility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Recipe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Contains structured recipes including ingredients, cooking steps, cuisine type and difficulty.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Ingredient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Recipe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Nutrition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Ingredient Entry</a:t>
            </a:r>
          </a:p>
          <a:p>
            <a:r>
              <a:t>Image Recognition</a:t>
            </a:r>
          </a:p>
          <a:p>
            <a:r>
              <a:t>Compatibility Matrix</a:t>
            </a:r>
          </a:p>
          <a:p>
            <a:r>
              <a:t>Flavor Graph</a:t>
            </a:r>
          </a:p>
          <a:p>
            <a:r>
              <a:t>Recipe Generator</a:t>
            </a:r>
          </a:p>
          <a:p>
            <a:r>
              <a:t>Nutrition Estimator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Ingredients:</a:t>
            </a:r>
          </a:p>
          <a:p>
            <a:r>
              <a:t>Tomato</a:t>
            </a:r>
          </a:p>
          <a:p>
            <a:r>
              <a:t>Onion</a:t>
            </a:r>
          </a:p>
          <a:p>
            <a:r>
              <a:t>Garlic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Recipes:</a:t>
            </a:r>
          </a:p>
          <a:p>
            <a:r>
              <a:t>Tomato Onion Curry</a:t>
            </a:r>
          </a:p>
          <a:p>
            <a:r>
              <a:t>Vegetable Stir Fry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Nutritional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Calories</a:t>
            </a:r>
          </a:p>
          <a:p>
            <a:r>
              <a:t>Protein</a:t>
            </a:r>
          </a:p>
          <a:p>
            <a:r>
              <a:t>Carbohydrates</a:t>
            </a:r>
          </a:p>
          <a:p>
            <a:r>
              <a:t>Estimated using ingredient dataset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dataset size</a:t>
            </a:r>
          </a:p>
          <a:p>
            <a:r>
              <a:t>Image recognition accuracy</a:t>
            </a:r>
          </a:p>
          <a:p>
            <a:r>
              <a:t>Approximate nutrition estimates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application</a:t>
            </a:r>
          </a:p>
          <a:p>
            <a:r>
              <a:t>Smart kitchen integration</a:t>
            </a:r>
          </a:p>
          <a:p>
            <a:r>
              <a:t>Voice cooking assistant</a:t>
            </a:r>
          </a:p>
          <a:p>
            <a:r>
              <a:t>Large recipe databases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SmartRecipe demonstrates AI-based ingredient-driven cooking assistance that helps reduce food waste and simplify meal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